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Montserrat Bold" charset="1" panose="00000800000000000000"/>
      <p:regular r:id="rId19"/>
    </p:embeddedFont>
    <p:embeddedFont>
      <p:font typeface="Montserrat Bold Italics" charset="1" panose="00000800000000000000"/>
      <p:regular r:id="rId20"/>
    </p:embeddedFont>
    <p:embeddedFont>
      <p:font typeface="Montserrat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3622"/>
            <a:ext cx="18288000" cy="10277856"/>
            <a:chOff x="0" y="0"/>
            <a:chExt cx="24384000" cy="13703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03808"/>
            </a:xfrm>
            <a:custGeom>
              <a:avLst/>
              <a:gdLst/>
              <a:ahLst/>
              <a:cxnLst/>
              <a:rect r="r" b="b" t="t" l="l"/>
              <a:pathLst>
                <a:path h="137038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03808"/>
                  </a:lnTo>
                  <a:lnTo>
                    <a:pt x="0" y="13703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85900" y="669848"/>
            <a:ext cx="3314700" cy="1200150"/>
            <a:chOff x="0" y="0"/>
            <a:chExt cx="4419600" cy="1600200"/>
          </a:xfrm>
        </p:grpSpPr>
        <p:sp>
          <p:nvSpPr>
            <p:cNvPr name="Freeform 5" id="5" descr="D:\Manifesco\KF\KSTT_logosheet\Export_20062024\PNG\RGB.png"/>
            <p:cNvSpPr/>
            <p:nvPr/>
          </p:nvSpPr>
          <p:spPr>
            <a:xfrm flipH="false" flipV="false" rot="0">
              <a:off x="0" y="0"/>
              <a:ext cx="44196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4419600">
                  <a:moveTo>
                    <a:pt x="0" y="0"/>
                  </a:moveTo>
                  <a:lnTo>
                    <a:pt x="4419600" y="0"/>
                  </a:lnTo>
                  <a:lnTo>
                    <a:pt x="441960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37793" y="8058150"/>
            <a:ext cx="4550207" cy="2228850"/>
            <a:chOff x="0" y="0"/>
            <a:chExt cx="6066942" cy="2971800"/>
          </a:xfrm>
        </p:grpSpPr>
        <p:sp>
          <p:nvSpPr>
            <p:cNvPr name="Freeform 7" id="7" descr="D:\Manifesco\KF\MS\Profile\500w\PPT_Footer.png"/>
            <p:cNvSpPr/>
            <p:nvPr/>
          </p:nvSpPr>
          <p:spPr>
            <a:xfrm flipH="false" flipV="false" rot="0">
              <a:off x="0" y="0"/>
              <a:ext cx="6066917" cy="2971800"/>
            </a:xfrm>
            <a:custGeom>
              <a:avLst/>
              <a:gdLst/>
              <a:ahLst/>
              <a:cxnLst/>
              <a:rect r="r" b="b" t="t" l="l"/>
              <a:pathLst>
                <a:path h="2971800" w="6066917">
                  <a:moveTo>
                    <a:pt x="0" y="0"/>
                  </a:moveTo>
                  <a:lnTo>
                    <a:pt x="6066917" y="0"/>
                  </a:lnTo>
                  <a:lnTo>
                    <a:pt x="6066917" y="2971800"/>
                  </a:lnTo>
                  <a:lnTo>
                    <a:pt x="0" y="297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76901" y="2312744"/>
            <a:ext cx="7658100" cy="93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true">
                <a:solidFill>
                  <a:srgbClr val="486AA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CHƯƠNG TRÌNH LỄ RA MẮT</a:t>
            </a:r>
          </a:p>
          <a:p>
            <a:pPr algn="ctr">
              <a:lnSpc>
                <a:spcPts val="3780"/>
              </a:lnSpc>
            </a:pPr>
            <a:r>
              <a:rPr lang="en-US" b="true" sz="2700">
                <a:solidFill>
                  <a:srgbClr val="486AA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TỦ SÁCH TRI THỨC THIỆN NGUYỆN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29430" y="4901319"/>
            <a:ext cx="6204446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486AA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Phòng Phát triển Tri Thức Thiện nguyện</a:t>
            </a:r>
          </a:p>
          <a:p>
            <a:pPr algn="ctr">
              <a:lnSpc>
                <a:spcPts val="2760"/>
              </a:lnSpc>
            </a:pPr>
            <a:r>
              <a:rPr lang="en-US" b="true" sz="2300">
                <a:solidFill>
                  <a:srgbClr val="486AA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Quỹ Khởi Sự Từ Tâm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9418" y="3419053"/>
            <a:ext cx="10668011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 i="true">
                <a:solidFill>
                  <a:srgbClr val="F0541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Lan tỏa nhân văn - Đồng hành gây quỹ học bổng “Tự lực vì chính tôi”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37793" y="8058150"/>
            <a:ext cx="4550207" cy="2228850"/>
            <a:chOff x="0" y="0"/>
            <a:chExt cx="6066942" cy="2971800"/>
          </a:xfrm>
        </p:grpSpPr>
        <p:sp>
          <p:nvSpPr>
            <p:cNvPr name="Freeform 3" id="3" descr="D:\Manifesco\KF\MS\Profile\500w\PPT_Footer.png"/>
            <p:cNvSpPr/>
            <p:nvPr/>
          </p:nvSpPr>
          <p:spPr>
            <a:xfrm flipH="false" flipV="false" rot="0">
              <a:off x="0" y="0"/>
              <a:ext cx="6066917" cy="2971800"/>
            </a:xfrm>
            <a:custGeom>
              <a:avLst/>
              <a:gdLst/>
              <a:ahLst/>
              <a:cxnLst/>
              <a:rect r="r" b="b" t="t" l="l"/>
              <a:pathLst>
                <a:path h="2971800" w="6066917">
                  <a:moveTo>
                    <a:pt x="0" y="0"/>
                  </a:moveTo>
                  <a:lnTo>
                    <a:pt x="6066917" y="0"/>
                  </a:lnTo>
                  <a:lnTo>
                    <a:pt x="6066917" y="2971800"/>
                  </a:lnTo>
                  <a:lnTo>
                    <a:pt x="0" y="297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63900" y="273844"/>
            <a:ext cx="1894113" cy="685800"/>
            <a:chOff x="0" y="0"/>
            <a:chExt cx="2525484" cy="914400"/>
          </a:xfrm>
        </p:grpSpPr>
        <p:sp>
          <p:nvSpPr>
            <p:cNvPr name="Freeform 5" id="5" descr="D:\Manifesco\KF\KSTT_logosheet\Export_20062024\PNG\RGB.png"/>
            <p:cNvSpPr/>
            <p:nvPr/>
          </p:nvSpPr>
          <p:spPr>
            <a:xfrm flipH="false" flipV="false" rot="0">
              <a:off x="0" y="0"/>
              <a:ext cx="2525522" cy="914400"/>
            </a:xfrm>
            <a:custGeom>
              <a:avLst/>
              <a:gdLst/>
              <a:ahLst/>
              <a:cxnLst/>
              <a:rect r="r" b="b" t="t" l="l"/>
              <a:pathLst>
                <a:path h="914400" w="2525522">
                  <a:moveTo>
                    <a:pt x="0" y="0"/>
                  </a:moveTo>
                  <a:lnTo>
                    <a:pt x="2525522" y="0"/>
                  </a:lnTo>
                  <a:lnTo>
                    <a:pt x="2525522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63700" y="9410700"/>
            <a:ext cx="3200400" cy="415576"/>
            <a:chOff x="0" y="0"/>
            <a:chExt cx="4267200" cy="5541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67200" cy="554100"/>
            </a:xfrm>
            <a:custGeom>
              <a:avLst/>
              <a:gdLst/>
              <a:ahLst/>
              <a:cxnLst/>
              <a:rect r="r" b="b" t="t" l="l"/>
              <a:pathLst>
                <a:path h="5541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54100"/>
                  </a:lnTo>
                  <a:lnTo>
                    <a:pt x="0" y="5541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056" r="0" b="-1000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267200" cy="5541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7250" y="857250"/>
            <a:ext cx="142875" cy="928688"/>
            <a:chOff x="0" y="0"/>
            <a:chExt cx="190500" cy="1238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" cy="1238250"/>
            </a:xfrm>
            <a:custGeom>
              <a:avLst/>
              <a:gdLst/>
              <a:ahLst/>
              <a:cxnLst/>
              <a:rect r="r" b="b" t="t" l="l"/>
              <a:pathLst>
                <a:path h="12382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1238250"/>
                  </a:lnTo>
                  <a:lnTo>
                    <a:pt x="0" y="1238250"/>
                  </a:lnTo>
                  <a:close/>
                </a:path>
              </a:pathLst>
            </a:custGeom>
            <a:solidFill>
              <a:srgbClr val="F1562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57238" y="2896780"/>
            <a:ext cx="342900" cy="371475"/>
            <a:chOff x="0" y="0"/>
            <a:chExt cx="457200" cy="4953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457200" cy="495300"/>
            </a:xfrm>
            <a:custGeom>
              <a:avLst/>
              <a:gdLst/>
              <a:ahLst/>
              <a:cxnLst/>
              <a:rect r="r" b="b" t="t" l="l"/>
              <a:pathLst>
                <a:path h="4953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57238" y="3898662"/>
            <a:ext cx="342900" cy="371475"/>
            <a:chOff x="0" y="0"/>
            <a:chExt cx="457200" cy="4953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457200" cy="495300"/>
            </a:xfrm>
            <a:custGeom>
              <a:avLst/>
              <a:gdLst/>
              <a:ahLst/>
              <a:cxnLst/>
              <a:rect r="r" b="b" t="t" l="l"/>
              <a:pathLst>
                <a:path h="4953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1881960" y="2896780"/>
            <a:ext cx="5976053" cy="4739961"/>
          </a:xfrm>
          <a:custGeom>
            <a:avLst/>
            <a:gdLst/>
            <a:ahLst/>
            <a:cxnLst/>
            <a:rect r="r" b="b" t="t" l="l"/>
            <a:pathLst>
              <a:path h="4739961" w="5976053">
                <a:moveTo>
                  <a:pt x="0" y="0"/>
                </a:moveTo>
                <a:lnTo>
                  <a:pt x="5976053" y="0"/>
                </a:lnTo>
                <a:lnTo>
                  <a:pt x="5976053" y="4739961"/>
                </a:lnTo>
                <a:lnTo>
                  <a:pt x="0" y="4739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273" t="-1335" r="0" b="-1335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08419" y="2811055"/>
            <a:ext cx="10273541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Tổng quan chương trình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08419" y="3784362"/>
            <a:ext cx="9419512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Mạch Chương trình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0150" y="969169"/>
            <a:ext cx="1004957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F054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NỘI DUNG CHUYÊN ĐỀ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08419" y="4742885"/>
            <a:ext cx="9419512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Phân công công việc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57238" y="4857185"/>
            <a:ext cx="342900" cy="371475"/>
            <a:chOff x="0" y="0"/>
            <a:chExt cx="457200" cy="4953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457200" cy="495300"/>
            </a:xfrm>
            <a:custGeom>
              <a:avLst/>
              <a:gdLst/>
              <a:ahLst/>
              <a:cxnLst/>
              <a:rect r="r" b="b" t="t" l="l"/>
              <a:pathLst>
                <a:path h="4953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37793" y="8058150"/>
            <a:ext cx="4550207" cy="2228850"/>
            <a:chOff x="0" y="0"/>
            <a:chExt cx="6066942" cy="2971800"/>
          </a:xfrm>
        </p:grpSpPr>
        <p:sp>
          <p:nvSpPr>
            <p:cNvPr name="Freeform 3" id="3" descr="D:\Manifesco\KF\MS\Profile\500w\PPT_Footer.png"/>
            <p:cNvSpPr/>
            <p:nvPr/>
          </p:nvSpPr>
          <p:spPr>
            <a:xfrm flipH="false" flipV="false" rot="0">
              <a:off x="0" y="0"/>
              <a:ext cx="6066917" cy="2971800"/>
            </a:xfrm>
            <a:custGeom>
              <a:avLst/>
              <a:gdLst/>
              <a:ahLst/>
              <a:cxnLst/>
              <a:rect r="r" b="b" t="t" l="l"/>
              <a:pathLst>
                <a:path h="2971800" w="6066917">
                  <a:moveTo>
                    <a:pt x="0" y="0"/>
                  </a:moveTo>
                  <a:lnTo>
                    <a:pt x="6066917" y="0"/>
                  </a:lnTo>
                  <a:lnTo>
                    <a:pt x="6066917" y="2971800"/>
                  </a:lnTo>
                  <a:lnTo>
                    <a:pt x="0" y="297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63900" y="273844"/>
            <a:ext cx="1894113" cy="685800"/>
            <a:chOff x="0" y="0"/>
            <a:chExt cx="2525484" cy="914400"/>
          </a:xfrm>
        </p:grpSpPr>
        <p:sp>
          <p:nvSpPr>
            <p:cNvPr name="Freeform 5" id="5" descr="D:\Manifesco\KF\KSTT_logosheet\Export_20062024\PNG\RGB.png"/>
            <p:cNvSpPr/>
            <p:nvPr/>
          </p:nvSpPr>
          <p:spPr>
            <a:xfrm flipH="false" flipV="false" rot="0">
              <a:off x="0" y="0"/>
              <a:ext cx="2525522" cy="914400"/>
            </a:xfrm>
            <a:custGeom>
              <a:avLst/>
              <a:gdLst/>
              <a:ahLst/>
              <a:cxnLst/>
              <a:rect r="r" b="b" t="t" l="l"/>
              <a:pathLst>
                <a:path h="914400" w="2525522">
                  <a:moveTo>
                    <a:pt x="0" y="0"/>
                  </a:moveTo>
                  <a:lnTo>
                    <a:pt x="2525522" y="0"/>
                  </a:lnTo>
                  <a:lnTo>
                    <a:pt x="2525522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857250"/>
            <a:ext cx="142875" cy="928688"/>
            <a:chOff x="0" y="0"/>
            <a:chExt cx="190500" cy="1238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500" cy="1238250"/>
            </a:xfrm>
            <a:custGeom>
              <a:avLst/>
              <a:gdLst/>
              <a:ahLst/>
              <a:cxnLst/>
              <a:rect r="r" b="b" t="t" l="l"/>
              <a:pathLst>
                <a:path h="12382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1238250"/>
                  </a:lnTo>
                  <a:lnTo>
                    <a:pt x="0" y="1238250"/>
                  </a:lnTo>
                  <a:close/>
                </a:path>
              </a:pathLst>
            </a:custGeom>
            <a:solidFill>
              <a:srgbClr val="F1562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2908312"/>
            <a:ext cx="342900" cy="371475"/>
            <a:chOff x="0" y="0"/>
            <a:chExt cx="457200" cy="4953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457200" cy="495300"/>
            </a:xfrm>
            <a:custGeom>
              <a:avLst/>
              <a:gdLst/>
              <a:ahLst/>
              <a:cxnLst/>
              <a:rect r="r" b="b" t="t" l="l"/>
              <a:pathLst>
                <a:path h="4953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8675" y="4327519"/>
            <a:ext cx="342900" cy="371475"/>
            <a:chOff x="0" y="0"/>
            <a:chExt cx="457200" cy="4953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57200" cy="495300"/>
            </a:xfrm>
            <a:custGeom>
              <a:avLst/>
              <a:gdLst/>
              <a:ahLst/>
              <a:cxnLst/>
              <a:rect r="r" b="b" t="t" l="l"/>
              <a:pathLst>
                <a:path h="4953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5585752"/>
            <a:ext cx="342900" cy="371475"/>
            <a:chOff x="0" y="0"/>
            <a:chExt cx="457200" cy="4953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57200" cy="495300"/>
            </a:xfrm>
            <a:custGeom>
              <a:avLst/>
              <a:gdLst/>
              <a:ahLst/>
              <a:cxnLst/>
              <a:rect r="r" b="b" t="t" l="l"/>
              <a:pathLst>
                <a:path h="4953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8675" y="7429500"/>
            <a:ext cx="342900" cy="371475"/>
            <a:chOff x="0" y="0"/>
            <a:chExt cx="457200" cy="4953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57200" cy="495300"/>
            </a:xfrm>
            <a:custGeom>
              <a:avLst/>
              <a:gdLst/>
              <a:ahLst/>
              <a:cxnLst/>
              <a:rect r="r" b="b" t="t" l="l"/>
              <a:pathLst>
                <a:path h="4953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1905158" y="2908312"/>
            <a:ext cx="5952855" cy="4739961"/>
          </a:xfrm>
          <a:custGeom>
            <a:avLst/>
            <a:gdLst/>
            <a:ahLst/>
            <a:cxnLst/>
            <a:rect r="r" b="b" t="t" l="l"/>
            <a:pathLst>
              <a:path h="4739961" w="5952855">
                <a:moveTo>
                  <a:pt x="0" y="0"/>
                </a:moveTo>
                <a:lnTo>
                  <a:pt x="5952855" y="0"/>
                </a:lnTo>
                <a:lnTo>
                  <a:pt x="5952855" y="4739961"/>
                </a:lnTo>
                <a:lnTo>
                  <a:pt x="0" y="47399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28688" y="1846721"/>
            <a:ext cx="1716693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b="true" sz="3275" i="true">
                <a:solidFill>
                  <a:srgbClr val="F0541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Chủ đề: Lan tỏa nhân văn - Đồng hành gây quỹ học bổng “Tự lực vì chính tôi”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5182" y="2684921"/>
            <a:ext cx="10273541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Thời</a:t>
            </a: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gian: 08:00 – 11:15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Thứ tư, ngày 20 tháng 05 năm 2026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15182" y="4056990"/>
            <a:ext cx="10015545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Địa</a:t>
            </a: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điểm: Phòng 3.3 Tòa nhà Kim Oanh Group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(219-221 Xô Viết Nghệ Tĩnh, Phường Gia Định, TP.HCM)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85900" y="5496217"/>
            <a:ext cx="8948323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Số lượng: </a:t>
            </a:r>
            <a:r>
              <a:rPr lang="en-US" b="true" sz="27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50</a:t>
            </a: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người t</a:t>
            </a: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ham dự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0150" y="969169"/>
            <a:ext cx="1004957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F054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TỔNG QUAN CHƯƠNG TRÌNH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5900" y="6342038"/>
            <a:ext cx="12835628" cy="415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Thành</a:t>
            </a:r>
            <a:r>
              <a:rPr lang="en-US" b="true" sz="27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phần tham dự: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Lãnh đạo &amp; cán bộ, nhân viên Tập đoàn Kim Oanh 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Thành viên Quỹ Khởi Sự Từ Tâm. 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Đối tác, khách mời trong lĩnh vực xuất bản, văn hóa đọc, đại diện các trường đại học và tổ chức xã hội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Đại diện các cơ quan báo chí, truyền thông </a:t>
            </a: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(16 đại diện </a:t>
            </a: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báo </a:t>
            </a: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hí</a:t>
            </a: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37793" y="8058150"/>
            <a:ext cx="4550207" cy="2228850"/>
            <a:chOff x="0" y="0"/>
            <a:chExt cx="6066942" cy="2971800"/>
          </a:xfrm>
        </p:grpSpPr>
        <p:sp>
          <p:nvSpPr>
            <p:cNvPr name="Freeform 3" id="3" descr="D:\Manifesco\KF\MS\Profile\500w\PPT_Footer.png"/>
            <p:cNvSpPr/>
            <p:nvPr/>
          </p:nvSpPr>
          <p:spPr>
            <a:xfrm flipH="false" flipV="false" rot="0">
              <a:off x="0" y="0"/>
              <a:ext cx="6066917" cy="2971800"/>
            </a:xfrm>
            <a:custGeom>
              <a:avLst/>
              <a:gdLst/>
              <a:ahLst/>
              <a:cxnLst/>
              <a:rect r="r" b="b" t="t" l="l"/>
              <a:pathLst>
                <a:path h="2971800" w="6066917">
                  <a:moveTo>
                    <a:pt x="0" y="0"/>
                  </a:moveTo>
                  <a:lnTo>
                    <a:pt x="6066917" y="0"/>
                  </a:lnTo>
                  <a:lnTo>
                    <a:pt x="6066917" y="2971800"/>
                  </a:lnTo>
                  <a:lnTo>
                    <a:pt x="0" y="297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63900" y="273844"/>
            <a:ext cx="1894113" cy="685800"/>
            <a:chOff x="0" y="0"/>
            <a:chExt cx="2525484" cy="914400"/>
          </a:xfrm>
        </p:grpSpPr>
        <p:sp>
          <p:nvSpPr>
            <p:cNvPr name="Freeform 5" id="5" descr="D:\Manifesco\KF\KSTT_logosheet\Export_20062024\PNG\RGB.png"/>
            <p:cNvSpPr/>
            <p:nvPr/>
          </p:nvSpPr>
          <p:spPr>
            <a:xfrm flipH="false" flipV="false" rot="0">
              <a:off x="0" y="0"/>
              <a:ext cx="2525522" cy="914400"/>
            </a:xfrm>
            <a:custGeom>
              <a:avLst/>
              <a:gdLst/>
              <a:ahLst/>
              <a:cxnLst/>
              <a:rect r="r" b="b" t="t" l="l"/>
              <a:pathLst>
                <a:path h="914400" w="2525522">
                  <a:moveTo>
                    <a:pt x="0" y="0"/>
                  </a:moveTo>
                  <a:lnTo>
                    <a:pt x="2525522" y="0"/>
                  </a:lnTo>
                  <a:lnTo>
                    <a:pt x="2525522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63700" y="9410700"/>
            <a:ext cx="3200400" cy="415576"/>
            <a:chOff x="0" y="0"/>
            <a:chExt cx="4267200" cy="5541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67200" cy="554100"/>
            </a:xfrm>
            <a:custGeom>
              <a:avLst/>
              <a:gdLst/>
              <a:ahLst/>
              <a:cxnLst/>
              <a:rect r="r" b="b" t="t" l="l"/>
              <a:pathLst>
                <a:path h="5541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54100"/>
                  </a:lnTo>
                  <a:lnTo>
                    <a:pt x="0" y="5541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056" r="0" b="-1000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267200" cy="5541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7250" y="857250"/>
            <a:ext cx="142875" cy="928688"/>
            <a:chOff x="0" y="0"/>
            <a:chExt cx="190500" cy="1238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" cy="1238250"/>
            </a:xfrm>
            <a:custGeom>
              <a:avLst/>
              <a:gdLst/>
              <a:ahLst/>
              <a:cxnLst/>
              <a:rect r="r" b="b" t="t" l="l"/>
              <a:pathLst>
                <a:path h="12382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1238250"/>
                  </a:lnTo>
                  <a:lnTo>
                    <a:pt x="0" y="1238250"/>
                  </a:lnTo>
                  <a:close/>
                </a:path>
              </a:pathLst>
            </a:custGeom>
            <a:solidFill>
              <a:srgbClr val="F15622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847013" y="5496701"/>
            <a:ext cx="5886555" cy="3664381"/>
          </a:xfrm>
          <a:custGeom>
            <a:avLst/>
            <a:gdLst/>
            <a:ahLst/>
            <a:cxnLst/>
            <a:rect r="r" b="b" t="t" l="l"/>
            <a:pathLst>
              <a:path h="3664381" w="5886555">
                <a:moveTo>
                  <a:pt x="0" y="0"/>
                </a:moveTo>
                <a:lnTo>
                  <a:pt x="5886556" y="0"/>
                </a:lnTo>
                <a:lnTo>
                  <a:pt x="5886556" y="3664381"/>
                </a:lnTo>
                <a:lnTo>
                  <a:pt x="0" y="36643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00150" y="969169"/>
            <a:ext cx="1004957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F054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TỔNG QUAN CHƯƠNG TRÌNH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3303" y="2608721"/>
            <a:ext cx="16195997" cy="245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3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Mục đích chương trình:</a:t>
            </a:r>
          </a:p>
          <a:p>
            <a:pPr algn="l" marL="604518" indent="-302259" lvl="1">
              <a:lnSpc>
                <a:spcPts val="498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Ra mắt Tủ sách tri thức Thiện nguyện (bao gồm 6 đầu sách) </a:t>
            </a:r>
          </a:p>
          <a:p>
            <a:pPr algn="l" marL="604518" indent="-302259" lvl="1">
              <a:lnSpc>
                <a:spcPts val="498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Giới thiệu Tùy bút</a:t>
            </a: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“</a:t>
            </a:r>
            <a:r>
              <a:rPr lang="en-US" b="true" sz="27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Đi để thương</a:t>
            </a: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” của tác giả Nguyễn Đức Liên </a:t>
            </a:r>
          </a:p>
          <a:p>
            <a:pPr algn="l" marL="604518" indent="-302259" lvl="1">
              <a:lnSpc>
                <a:spcPts val="498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Tặng sách gây quỹ cho chương trình “Học bổng tự lực vì chính tôi”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0125" y="1969920"/>
            <a:ext cx="1716693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b="true" sz="3275" i="true">
                <a:solidFill>
                  <a:srgbClr val="F0541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Chủ đề: Lan tỏa nhân văn - Đồng hành gây quỹ học bổng “Tự lực vì chính tôi”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74837" cy="10287000"/>
          </a:xfrm>
          <a:custGeom>
            <a:avLst/>
            <a:gdLst/>
            <a:ahLst/>
            <a:cxnLst/>
            <a:rect r="r" b="b" t="t" l="l"/>
            <a:pathLst>
              <a:path h="10287000" w="18474837">
                <a:moveTo>
                  <a:pt x="0" y="0"/>
                </a:moveTo>
                <a:lnTo>
                  <a:pt x="18474837" y="0"/>
                </a:lnTo>
                <a:lnTo>
                  <a:pt x="1847483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59" y="0"/>
            <a:ext cx="18283141" cy="10289734"/>
          </a:xfrm>
          <a:custGeom>
            <a:avLst/>
            <a:gdLst/>
            <a:ahLst/>
            <a:cxnLst/>
            <a:rect r="r" b="b" t="t" l="l"/>
            <a:pathLst>
              <a:path h="10289734" w="18283141">
                <a:moveTo>
                  <a:pt x="0" y="0"/>
                </a:moveTo>
                <a:lnTo>
                  <a:pt x="18283141" y="0"/>
                </a:lnTo>
                <a:lnTo>
                  <a:pt x="18283141" y="10289734"/>
                </a:lnTo>
                <a:lnTo>
                  <a:pt x="0" y="10289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59" y="0"/>
            <a:ext cx="18283141" cy="10289734"/>
          </a:xfrm>
          <a:custGeom>
            <a:avLst/>
            <a:gdLst/>
            <a:ahLst/>
            <a:cxnLst/>
            <a:rect r="r" b="b" t="t" l="l"/>
            <a:pathLst>
              <a:path h="10289734" w="18283141">
                <a:moveTo>
                  <a:pt x="0" y="0"/>
                </a:moveTo>
                <a:lnTo>
                  <a:pt x="18283141" y="0"/>
                </a:lnTo>
                <a:lnTo>
                  <a:pt x="18283141" y="10289734"/>
                </a:lnTo>
                <a:lnTo>
                  <a:pt x="0" y="10289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47741" cy="10320604"/>
          </a:xfrm>
          <a:custGeom>
            <a:avLst/>
            <a:gdLst/>
            <a:ahLst/>
            <a:cxnLst/>
            <a:rect r="r" b="b" t="t" l="l"/>
            <a:pathLst>
              <a:path h="10320604" w="18347741">
                <a:moveTo>
                  <a:pt x="0" y="0"/>
                </a:moveTo>
                <a:lnTo>
                  <a:pt x="18347741" y="0"/>
                </a:lnTo>
                <a:lnTo>
                  <a:pt x="18347741" y="10320604"/>
                </a:lnTo>
                <a:lnTo>
                  <a:pt x="0" y="10320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5900" y="9258367"/>
            <a:ext cx="1894113" cy="685667"/>
            <a:chOff x="0" y="0"/>
            <a:chExt cx="2525484" cy="9142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25522" cy="914273"/>
            </a:xfrm>
            <a:custGeom>
              <a:avLst/>
              <a:gdLst/>
              <a:ahLst/>
              <a:cxnLst/>
              <a:rect r="r" b="b" t="t" l="l"/>
              <a:pathLst>
                <a:path h="914273" w="2525522">
                  <a:moveTo>
                    <a:pt x="0" y="0"/>
                  </a:moveTo>
                  <a:lnTo>
                    <a:pt x="2525522" y="0"/>
                  </a:lnTo>
                  <a:lnTo>
                    <a:pt x="2525522" y="914273"/>
                  </a:lnTo>
                  <a:lnTo>
                    <a:pt x="0" y="914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5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85900" y="1028700"/>
            <a:ext cx="3314700" cy="1200150"/>
            <a:chOff x="0" y="0"/>
            <a:chExt cx="4419600" cy="1600200"/>
          </a:xfrm>
        </p:grpSpPr>
        <p:sp>
          <p:nvSpPr>
            <p:cNvPr name="Freeform 6" id="6" descr="D:\Manifesco\KF\KSTT_logosheet\Export_20062024\PNG\RGB.png"/>
            <p:cNvSpPr/>
            <p:nvPr/>
          </p:nvSpPr>
          <p:spPr>
            <a:xfrm flipH="false" flipV="false" rot="0">
              <a:off x="0" y="0"/>
              <a:ext cx="44196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4419600">
                  <a:moveTo>
                    <a:pt x="0" y="0"/>
                  </a:moveTo>
                  <a:lnTo>
                    <a:pt x="4419600" y="0"/>
                  </a:lnTo>
                  <a:lnTo>
                    <a:pt x="441960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9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85900" y="3082996"/>
            <a:ext cx="7145698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6999">
                <a:solidFill>
                  <a:srgbClr val="F054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CHÂN THÀNH CẢM ƠN!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DAHI9opgRB0</dc:identifier>
  <dcterms:modified xsi:type="dcterms:W3CDTF">2011-08-01T06:04:30Z</dcterms:modified>
  <cp:revision>1</cp:revision>
  <dc:title>CHƯƠNG TRÌNH LỄ RA MẮT TỦ SÁCH TRI THỨC THIỆN NGUYỆN</dc:title>
</cp:coreProperties>
</file>